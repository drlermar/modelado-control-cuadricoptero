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372" y="78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D33023-2544-4A8A-AFA1-E238ED997117}" type="datetimeFigureOut">
              <a:rPr lang="es-MX" smtClean="0"/>
              <a:t>04/10/2026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037D9F-C889-46F3-AFF4-3C83429F9E5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81954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037D9F-C889-46F3-AFF4-3C83429F9E52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66623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4FF186-B12C-C5BD-972C-9FD251B866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BA623B-25F1-DB4D-29CC-D7DC1CAF17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D065CB-B343-8ADE-0D24-4D91145D8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66EF2-9DDD-4222-B1DB-70E36A6ACEB0}" type="datetimeFigureOut">
              <a:rPr lang="es-MX" smtClean="0"/>
              <a:t>04/10/2026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A4421D-F306-0B61-D282-D92312DEF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DC8470-36DF-A807-A606-32EA9ADC7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20D48-FC63-4E72-A45A-5BEC7053A43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36626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ACB145-7CBB-5A06-B880-59E589949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598220-C721-CA9B-892A-1A39C1DE41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8B36680-80DC-CC60-9C97-A8E2DBCFC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66EF2-9DDD-4222-B1DB-70E36A6ACEB0}" type="datetimeFigureOut">
              <a:rPr lang="es-MX" smtClean="0"/>
              <a:t>04/10/2026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142597D-21E3-6065-0077-34EF5B2E5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6048D2-8A6C-ABAD-E357-5738AFC3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20D48-FC63-4E72-A45A-5BEC7053A43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05582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79EFCD-F239-9581-F503-BE14FAB54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B41E33-3504-3D94-6AB5-B64FF7DEA6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D4A3EE-F6CC-C803-3C21-6C96FCD83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66EF2-9DDD-4222-B1DB-70E36A6ACEB0}" type="datetimeFigureOut">
              <a:rPr lang="es-MX" smtClean="0"/>
              <a:t>04/10/2026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65AE83-B2E4-C34C-EAEE-FEF124312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9A3D7B-1AA5-7EEB-27FE-B687E1BE0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20D48-FC63-4E72-A45A-5BEC7053A43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4908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621D68-8B17-6EF5-8D10-0C18B9DE2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A113E5-4398-C080-18A4-39F99075C9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085DFAE-F7DF-BCEC-8E6B-323E6A305B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7F140C-4410-F49A-BD53-A3E61CB0B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66EF2-9DDD-4222-B1DB-70E36A6ACEB0}" type="datetimeFigureOut">
              <a:rPr lang="es-MX" smtClean="0"/>
              <a:t>04/10/2026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8FC9FE7-940D-CFF8-A4AD-4170E2E49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4E592E7-F086-C1FC-1DF2-DC1E54FA3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20D48-FC63-4E72-A45A-5BEC7053A43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55317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F42096-B5CA-E84E-C459-0489EC99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5E28C43-07D3-F5FC-EFA8-C7E8D9E74F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19C3280-B2D1-43CF-4B6E-166BC59E5A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5E1C29F-D4D1-10F1-ED8B-5778EC1162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DE57853-BB81-C20D-222F-7560527482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B5F0E03-D8A9-F38E-003B-C6E416C31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66EF2-9DDD-4222-B1DB-70E36A6ACEB0}" type="datetimeFigureOut">
              <a:rPr lang="es-MX" smtClean="0"/>
              <a:t>04/10/2026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5C6AF23-BF34-B0DE-EF6F-4479B32C7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92F0215-64F2-08A0-F1BE-3573B3B0E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20D48-FC63-4E72-A45A-5BEC7053A43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75674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780361-EEFA-DDCD-36E5-8307D529D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54F442D-6C0A-55A2-A325-66250C680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66EF2-9DDD-4222-B1DB-70E36A6ACEB0}" type="datetimeFigureOut">
              <a:rPr lang="es-MX" smtClean="0"/>
              <a:t>04/10/2026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D6B6C14-B53E-0369-E43D-865CCC35B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767723F-77E7-2DEE-2B9E-E3701A423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20D48-FC63-4E72-A45A-5BEC7053A43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80017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79C2539-1986-D931-B7AC-0FD8EEFD7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66EF2-9DDD-4222-B1DB-70E36A6ACEB0}" type="datetimeFigureOut">
              <a:rPr lang="es-MX" smtClean="0"/>
              <a:t>04/10/2026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15965D-1554-2CEE-B73B-94D78465A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6BBDB37-1024-DD4E-DA36-E523D02DD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20D48-FC63-4E72-A45A-5BEC7053A43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09385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FB44BD-19D8-B17B-4CEC-F760BFA14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66321C-4C31-3E22-746E-E713D84FB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200B8F8-4C69-44FA-ED8A-168F395C38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5F74EAF-403C-C7DF-D081-E838B85C5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66EF2-9DDD-4222-B1DB-70E36A6ACEB0}" type="datetimeFigureOut">
              <a:rPr lang="es-MX" smtClean="0"/>
              <a:t>04/10/2026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383DA8D-99D6-E67C-8A71-F9193C011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B28EB42-DB56-F480-15C3-7E7F66370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20D48-FC63-4E72-A45A-5BEC7053A43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07218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84C331-0435-4D8E-0563-2A96F1164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4966972-0019-C2C8-76B0-4BE1F514101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1AB1951-A9A4-C60C-918A-286F48BF7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5D8EDC4-4FB1-90FA-54E8-1EC1058AB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66EF2-9DDD-4222-B1DB-70E36A6ACEB0}" type="datetimeFigureOut">
              <a:rPr lang="es-MX" smtClean="0"/>
              <a:t>04/10/2026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4D0641A-E15E-7411-F716-E0B536050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4D29C98-1ABD-41FE-D940-B367771BA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20D48-FC63-4E72-A45A-5BEC7053A43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16387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B3A546-00F0-80AF-CED2-838E12C14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9376C4C-16C1-20C1-054D-AD388DB7AA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B7BAEC1-4DB7-0FC5-7208-9AA8D44BE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66EF2-9DDD-4222-B1DB-70E36A6ACEB0}" type="datetimeFigureOut">
              <a:rPr lang="es-MX" smtClean="0"/>
              <a:t>04/10/2026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50EC98-F6EE-22C6-4D29-71BD9655F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F7D117-B4EB-0845-112C-B912D3988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20D48-FC63-4E72-A45A-5BEC7053A43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04627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7D612C5-D85B-1AEA-8C7E-5E337B7076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78CDE41-032C-DBB7-FCB9-00E499BB2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9FD4F5-7C59-0B88-BEBE-D96C425C6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66EF2-9DDD-4222-B1DB-70E36A6ACEB0}" type="datetimeFigureOut">
              <a:rPr lang="es-MX" smtClean="0"/>
              <a:t>04/10/2026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E335DB-D62F-C913-6AF5-9292E6D85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3B9197-EC1F-D740-14B2-BDF4E3CF0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20D48-FC63-4E72-A45A-5BEC7053A43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21623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35B3AF2-00A0-3422-D438-3FC93BEEC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A9EB081-2A5B-0BB0-AFFC-BDBD0300D1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4E5F44-8F8B-C50B-B968-B3547FDED6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266EF2-9DDD-4222-B1DB-70E36A6ACEB0}" type="datetimeFigureOut">
              <a:rPr lang="es-MX" smtClean="0"/>
              <a:t>04/10/2026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6B31DB-649F-E36C-FC6F-79EC950B1C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BF5CEB-71BD-E444-6267-26037A77E3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920D48-FC63-4E72-A45A-5BEC7053A43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54686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bujo vectorial de drones Ilustración de estilo grabado de objetos  dibujados a mano aislados | Vector Premium">
            <a:extLst>
              <a:ext uri="{FF2B5EF4-FFF2-40B4-BE49-F238E27FC236}">
                <a16:creationId xmlns:a16="http://schemas.microsoft.com/office/drawing/2014/main" id="{435D86B4-6674-7AD2-010F-AD1F140E0B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65" t="23050" r="6816" b="25509"/>
          <a:stretch>
            <a:fillRect/>
          </a:stretch>
        </p:blipFill>
        <p:spPr>
          <a:xfrm>
            <a:off x="297361" y="93874"/>
            <a:ext cx="4455268" cy="2645923"/>
          </a:xfrm>
          <a:prstGeom prst="rect">
            <a:avLst/>
          </a:prstGeom>
        </p:spPr>
      </p:pic>
      <p:grpSp>
        <p:nvGrpSpPr>
          <p:cNvPr id="85" name="Grupo 84">
            <a:extLst>
              <a:ext uri="{FF2B5EF4-FFF2-40B4-BE49-F238E27FC236}">
                <a16:creationId xmlns:a16="http://schemas.microsoft.com/office/drawing/2014/main" id="{08206FC6-832A-1891-6B24-3C2BAFF453B9}"/>
              </a:ext>
            </a:extLst>
          </p:cNvPr>
          <p:cNvGrpSpPr/>
          <p:nvPr/>
        </p:nvGrpSpPr>
        <p:grpSpPr>
          <a:xfrm>
            <a:off x="-474462" y="2604161"/>
            <a:ext cx="7327470" cy="4145740"/>
            <a:chOff x="359375" y="2520863"/>
            <a:chExt cx="7327470" cy="4145740"/>
          </a:xfrm>
        </p:grpSpPr>
        <p:sp>
          <p:nvSpPr>
            <p:cNvPr id="84" name="Rectángulo: esquinas redondeadas 83">
              <a:extLst>
                <a:ext uri="{FF2B5EF4-FFF2-40B4-BE49-F238E27FC236}">
                  <a16:creationId xmlns:a16="http://schemas.microsoft.com/office/drawing/2014/main" id="{00425ADE-F046-F1DF-F83D-35E55DEC079C}"/>
                </a:ext>
              </a:extLst>
            </p:cNvPr>
            <p:cNvSpPr/>
            <p:nvPr/>
          </p:nvSpPr>
          <p:spPr>
            <a:xfrm>
              <a:off x="359375" y="2520863"/>
              <a:ext cx="7327470" cy="414574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grpSp>
          <p:nvGrpSpPr>
            <p:cNvPr id="65" name="Grupo 64">
              <a:extLst>
                <a:ext uri="{FF2B5EF4-FFF2-40B4-BE49-F238E27FC236}">
                  <a16:creationId xmlns:a16="http://schemas.microsoft.com/office/drawing/2014/main" id="{66DF80EE-C425-20F6-AAAB-538C617D203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65532" y="2958731"/>
              <a:ext cx="6597324" cy="3270002"/>
              <a:chOff x="291831" y="3387982"/>
              <a:chExt cx="6597324" cy="3270002"/>
            </a:xfrm>
          </p:grpSpPr>
          <p:pic>
            <p:nvPicPr>
              <p:cNvPr id="48" name="Imagen 47" descr="Drone icon. Flat pictogram for web. Line stroke. Isolated on white  background. Vector eps10 Stock Photo - Alamy">
                <a:extLst>
                  <a:ext uri="{FF2B5EF4-FFF2-40B4-BE49-F238E27FC236}">
                    <a16:creationId xmlns:a16="http://schemas.microsoft.com/office/drawing/2014/main" id="{3983DFA1-5336-E032-728A-6E4EE5DF0D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9619" t="9076" r="9992" b="15643"/>
              <a:stretch>
                <a:fillRect/>
              </a:stretch>
            </p:blipFill>
            <p:spPr>
              <a:xfrm rot="18872945">
                <a:off x="293712" y="3556250"/>
                <a:ext cx="2929706" cy="2933467"/>
              </a:xfrm>
              <a:prstGeom prst="rect">
                <a:avLst/>
              </a:prstGeom>
            </p:spPr>
          </p:pic>
          <p:cxnSp>
            <p:nvCxnSpPr>
              <p:cNvPr id="52" name="Conector recto de flecha 51">
                <a:extLst>
                  <a:ext uri="{FF2B5EF4-FFF2-40B4-BE49-F238E27FC236}">
                    <a16:creationId xmlns:a16="http://schemas.microsoft.com/office/drawing/2014/main" id="{20A2DA37-EEE3-5AC0-3E51-441111E5B9C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58565" y="4518158"/>
                <a:ext cx="0" cy="1009650"/>
              </a:xfrm>
              <a:prstGeom prst="straightConnector1">
                <a:avLst/>
              </a:prstGeom>
              <a:ln w="57150">
                <a:solidFill>
                  <a:srgbClr val="7030A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0584FF66-F04C-92D0-8A13-4AAD6E68EE06}"/>
                  </a:ext>
                </a:extLst>
              </p:cNvPr>
              <p:cNvSpPr txBox="1"/>
              <p:nvPr/>
            </p:nvSpPr>
            <p:spPr>
              <a:xfrm>
                <a:off x="1051334" y="4148826"/>
                <a:ext cx="140135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s-MX" dirty="0">
                    <a:latin typeface="ROG Fonts" panose="00000500000000000000" pitchFamily="50" charset="0"/>
                  </a:rPr>
                  <a:t>FRENTE</a:t>
                </a:r>
              </a:p>
            </p:txBody>
          </p:sp>
          <p:grpSp>
            <p:nvGrpSpPr>
              <p:cNvPr id="63" name="Grupo 62">
                <a:extLst>
                  <a:ext uri="{FF2B5EF4-FFF2-40B4-BE49-F238E27FC236}">
                    <a16:creationId xmlns:a16="http://schemas.microsoft.com/office/drawing/2014/main" id="{F09073B4-A665-DB2D-4D3B-48EA78DE63DE}"/>
                  </a:ext>
                </a:extLst>
              </p:cNvPr>
              <p:cNvGrpSpPr/>
              <p:nvPr/>
            </p:nvGrpSpPr>
            <p:grpSpPr>
              <a:xfrm>
                <a:off x="3634037" y="3387982"/>
                <a:ext cx="3255118" cy="3270002"/>
                <a:chOff x="8663495" y="3073938"/>
                <a:chExt cx="3255118" cy="3270002"/>
              </a:xfrm>
            </p:grpSpPr>
            <p:pic>
              <p:nvPicPr>
                <p:cNvPr id="50" name="Imagen 49" descr="Drone icon. Flat pictogram for web. Line stroke. Isolated on white  background. Vector eps10 Stock Photo - Alamy">
                  <a:extLst>
                    <a:ext uri="{FF2B5EF4-FFF2-40B4-BE49-F238E27FC236}">
                      <a16:creationId xmlns:a16="http://schemas.microsoft.com/office/drawing/2014/main" id="{55022991-33D1-D0B2-8ED6-B56311FB8F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rcRect l="9391" t="8740" r="8459" b="14078"/>
                <a:stretch>
                  <a:fillRect/>
                </a:stretch>
              </p:blipFill>
              <p:spPr>
                <a:xfrm>
                  <a:off x="8663495" y="3073938"/>
                  <a:ext cx="3255118" cy="3270002"/>
                </a:xfrm>
                <a:prstGeom prst="rect">
                  <a:avLst/>
                </a:prstGeom>
              </p:spPr>
            </p:pic>
            <p:cxnSp>
              <p:nvCxnSpPr>
                <p:cNvPr id="61" name="Conector recto de flecha 60">
                  <a:extLst>
                    <a:ext uri="{FF2B5EF4-FFF2-40B4-BE49-F238E27FC236}">
                      <a16:creationId xmlns:a16="http://schemas.microsoft.com/office/drawing/2014/main" id="{468A61FA-26E6-82C2-A999-7D496C52E2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0263175" y="4148826"/>
                  <a:ext cx="0" cy="1009650"/>
                </a:xfrm>
                <a:prstGeom prst="straightConnector1">
                  <a:avLst/>
                </a:prstGeom>
                <a:ln w="57150">
                  <a:solidFill>
                    <a:srgbClr val="7030A0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2" name="CuadroTexto 61">
                  <a:extLst>
                    <a:ext uri="{FF2B5EF4-FFF2-40B4-BE49-F238E27FC236}">
                      <a16:creationId xmlns:a16="http://schemas.microsoft.com/office/drawing/2014/main" id="{6CF7B2FC-429B-1BEE-A8CA-5EE46B427FF5}"/>
                    </a:ext>
                  </a:extLst>
                </p:cNvPr>
                <p:cNvSpPr txBox="1"/>
                <p:nvPr/>
              </p:nvSpPr>
              <p:spPr>
                <a:xfrm>
                  <a:off x="9555944" y="3779494"/>
                  <a:ext cx="1401352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dirty="0">
                      <a:latin typeface="ROG Fonts" panose="00000500000000000000" pitchFamily="50" charset="0"/>
                    </a:rPr>
                    <a:t>FRENTE</a:t>
                  </a:r>
                </a:p>
              </p:txBody>
            </p:sp>
          </p:grpSp>
        </p:grpSp>
      </p:grpSp>
      <p:pic>
        <p:nvPicPr>
          <p:cNvPr id="69" name="Imagen 68" descr="Flechas circulo png imágenes | PNGWing">
            <a:extLst>
              <a:ext uri="{FF2B5EF4-FFF2-40B4-BE49-F238E27FC236}">
                <a16:creationId xmlns:a16="http://schemas.microsoft.com/office/drawing/2014/main" id="{E3094620-D87B-2907-713B-C0C3F824A05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476330" y="4933169"/>
            <a:ext cx="1667765" cy="1667765"/>
          </a:xfrm>
          <a:prstGeom prst="rect">
            <a:avLst/>
          </a:prstGeom>
        </p:spPr>
      </p:pic>
      <p:pic>
        <p:nvPicPr>
          <p:cNvPr id="73" name="Imagen 72" descr="Flechas circulo png imágenes | PNGWing">
            <a:extLst>
              <a:ext uri="{FF2B5EF4-FFF2-40B4-BE49-F238E27FC236}">
                <a16:creationId xmlns:a16="http://schemas.microsoft.com/office/drawing/2014/main" id="{2085AE36-571F-3A81-FF45-CB4769CDE72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 flipH="1">
            <a:off x="6942125" y="5125625"/>
            <a:ext cx="1597375" cy="1597375"/>
          </a:xfrm>
          <a:prstGeom prst="rect">
            <a:avLst/>
          </a:prstGeom>
        </p:spPr>
      </p:pic>
      <p:grpSp>
        <p:nvGrpSpPr>
          <p:cNvPr id="87" name="Grupo 86">
            <a:extLst>
              <a:ext uri="{FF2B5EF4-FFF2-40B4-BE49-F238E27FC236}">
                <a16:creationId xmlns:a16="http://schemas.microsoft.com/office/drawing/2014/main" id="{BFB01B4F-5EE8-4D6F-74DA-F44F05878224}"/>
              </a:ext>
            </a:extLst>
          </p:cNvPr>
          <p:cNvGrpSpPr/>
          <p:nvPr/>
        </p:nvGrpSpPr>
        <p:grpSpPr>
          <a:xfrm>
            <a:off x="7330098" y="317130"/>
            <a:ext cx="4145782" cy="4145741"/>
            <a:chOff x="7330098" y="317130"/>
            <a:chExt cx="4145782" cy="4145741"/>
          </a:xfrm>
        </p:grpSpPr>
        <p:sp>
          <p:nvSpPr>
            <p:cNvPr id="86" name="Rectángulo: esquinas redondeadas 85">
              <a:extLst>
                <a:ext uri="{FF2B5EF4-FFF2-40B4-BE49-F238E27FC236}">
                  <a16:creationId xmlns:a16="http://schemas.microsoft.com/office/drawing/2014/main" id="{59FD35EC-C9B8-7A0E-216E-3D3101AE6794}"/>
                </a:ext>
              </a:extLst>
            </p:cNvPr>
            <p:cNvSpPr/>
            <p:nvPr/>
          </p:nvSpPr>
          <p:spPr>
            <a:xfrm>
              <a:off x="7330098" y="317130"/>
              <a:ext cx="4145782" cy="414574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pic>
          <p:nvPicPr>
            <p:cNvPr id="57" name="Imagen 56" descr="Drone icon. Flat pictogram for web. Line stroke. Isolated on white  background. Vector eps10 Stock Photo - Alamy">
              <a:extLst>
                <a:ext uri="{FF2B5EF4-FFF2-40B4-BE49-F238E27FC236}">
                  <a16:creationId xmlns:a16="http://schemas.microsoft.com/office/drawing/2014/main" id="{4094539A-CDBE-6C70-49A6-95D981FCCC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619" t="9076" r="9992" b="15643"/>
            <a:stretch>
              <a:fillRect/>
            </a:stretch>
          </p:blipFill>
          <p:spPr>
            <a:xfrm rot="18872945">
              <a:off x="7938136" y="923267"/>
              <a:ext cx="2929706" cy="2933467"/>
            </a:xfrm>
            <a:prstGeom prst="rect">
              <a:avLst/>
            </a:prstGeom>
          </p:spPr>
        </p:pic>
        <p:grpSp>
          <p:nvGrpSpPr>
            <p:cNvPr id="83" name="Grupo 82">
              <a:extLst>
                <a:ext uri="{FF2B5EF4-FFF2-40B4-BE49-F238E27FC236}">
                  <a16:creationId xmlns:a16="http://schemas.microsoft.com/office/drawing/2014/main" id="{CE870ADF-269F-0735-FB5D-D63A7EC7BF56}"/>
                </a:ext>
              </a:extLst>
            </p:cNvPr>
            <p:cNvGrpSpPr/>
            <p:nvPr/>
          </p:nvGrpSpPr>
          <p:grpSpPr>
            <a:xfrm>
              <a:off x="7450774" y="533441"/>
              <a:ext cx="3963092" cy="3736974"/>
              <a:chOff x="7450774" y="533441"/>
              <a:chExt cx="3963092" cy="3736974"/>
            </a:xfrm>
          </p:grpSpPr>
          <p:pic>
            <p:nvPicPr>
              <p:cNvPr id="76" name="Imagen 75" descr="Flecha circulo circular, texto, símbolo, sonreír png | PNGWing">
                <a:extLst>
                  <a:ext uri="{FF2B5EF4-FFF2-40B4-BE49-F238E27FC236}">
                    <a16:creationId xmlns:a16="http://schemas.microsoft.com/office/drawing/2014/main" id="{CFF54F46-EE85-832B-9061-6B5E6840CA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4130" t="4125" r="4130" b="4125"/>
              <a:stretch>
                <a:fillRect/>
              </a:stretch>
            </p:blipFill>
            <p:spPr>
              <a:xfrm>
                <a:off x="8500482" y="533441"/>
                <a:ext cx="1767467" cy="1537110"/>
              </a:xfrm>
              <a:prstGeom prst="rect">
                <a:avLst/>
              </a:prstGeom>
            </p:spPr>
          </p:pic>
          <p:pic>
            <p:nvPicPr>
              <p:cNvPr id="78" name="Imagen 77" descr="Flecha circulo circular, texto, símbolo, sonreír png | PNGWing">
                <a:extLst>
                  <a:ext uri="{FF2B5EF4-FFF2-40B4-BE49-F238E27FC236}">
                    <a16:creationId xmlns:a16="http://schemas.microsoft.com/office/drawing/2014/main" id="{E186EB43-A055-D322-FB9A-691A683641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4130" t="4125" r="4130" b="4125"/>
              <a:stretch>
                <a:fillRect/>
              </a:stretch>
            </p:blipFill>
            <p:spPr>
              <a:xfrm>
                <a:off x="8542746" y="2733305"/>
                <a:ext cx="1767467" cy="1537110"/>
              </a:xfrm>
              <a:prstGeom prst="rect">
                <a:avLst/>
              </a:prstGeom>
            </p:spPr>
          </p:pic>
          <p:pic>
            <p:nvPicPr>
              <p:cNvPr id="80" name="Imagen 79" descr="Flecha circulo circular, texto, símbolo, sonreír png | PNGWing">
                <a:extLst>
                  <a:ext uri="{FF2B5EF4-FFF2-40B4-BE49-F238E27FC236}">
                    <a16:creationId xmlns:a16="http://schemas.microsoft.com/office/drawing/2014/main" id="{5976E3D1-5A14-EA2B-B857-FA6BE86EB4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4130" t="4125" r="4130" b="4125"/>
              <a:stretch>
                <a:fillRect/>
              </a:stretch>
            </p:blipFill>
            <p:spPr>
              <a:xfrm flipH="1">
                <a:off x="9670865" y="1620741"/>
                <a:ext cx="1743001" cy="1515832"/>
              </a:xfrm>
              <a:prstGeom prst="rect">
                <a:avLst/>
              </a:prstGeom>
            </p:spPr>
          </p:pic>
          <p:pic>
            <p:nvPicPr>
              <p:cNvPr id="82" name="Imagen 81" descr="Flecha circulo circular, texto, símbolo, sonreír png | PNGWing">
                <a:extLst>
                  <a:ext uri="{FF2B5EF4-FFF2-40B4-BE49-F238E27FC236}">
                    <a16:creationId xmlns:a16="http://schemas.microsoft.com/office/drawing/2014/main" id="{E7E50D21-4880-CAA9-CEEC-F5B779C778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4130" t="4125" r="4130" b="4125"/>
              <a:stretch>
                <a:fillRect/>
              </a:stretch>
            </p:blipFill>
            <p:spPr>
              <a:xfrm flipH="1">
                <a:off x="7450774" y="1667283"/>
                <a:ext cx="1743001" cy="151583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287319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upo 53">
            <a:extLst>
              <a:ext uri="{FF2B5EF4-FFF2-40B4-BE49-F238E27FC236}">
                <a16:creationId xmlns:a16="http://schemas.microsoft.com/office/drawing/2014/main" id="{A49AEF4E-E8F6-64BB-3970-78A9C5D0ABAC}"/>
              </a:ext>
            </a:extLst>
          </p:cNvPr>
          <p:cNvGrpSpPr/>
          <p:nvPr/>
        </p:nvGrpSpPr>
        <p:grpSpPr>
          <a:xfrm>
            <a:off x="835953" y="46202"/>
            <a:ext cx="6500845" cy="6302179"/>
            <a:chOff x="835953" y="46202"/>
            <a:chExt cx="6500845" cy="6302179"/>
          </a:xfrm>
        </p:grpSpPr>
        <p:sp>
          <p:nvSpPr>
            <p:cNvPr id="53" name="Rectángulo: esquinas redondeadas 52">
              <a:extLst>
                <a:ext uri="{FF2B5EF4-FFF2-40B4-BE49-F238E27FC236}">
                  <a16:creationId xmlns:a16="http://schemas.microsoft.com/office/drawing/2014/main" id="{9255E7B6-FFC4-8BD1-77D2-8B3EB02D1D2A}"/>
                </a:ext>
              </a:extLst>
            </p:cNvPr>
            <p:cNvSpPr/>
            <p:nvPr/>
          </p:nvSpPr>
          <p:spPr>
            <a:xfrm>
              <a:off x="835953" y="46202"/>
              <a:ext cx="6500845" cy="630217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grpSp>
          <p:nvGrpSpPr>
            <p:cNvPr id="52" name="Grupo 51">
              <a:extLst>
                <a:ext uri="{FF2B5EF4-FFF2-40B4-BE49-F238E27FC236}">
                  <a16:creationId xmlns:a16="http://schemas.microsoft.com/office/drawing/2014/main" id="{7C012753-D064-0E2D-4ED4-A124FE8F6778}"/>
                </a:ext>
              </a:extLst>
            </p:cNvPr>
            <p:cNvGrpSpPr/>
            <p:nvPr/>
          </p:nvGrpSpPr>
          <p:grpSpPr>
            <a:xfrm>
              <a:off x="1108466" y="298293"/>
              <a:ext cx="5981707" cy="5806692"/>
              <a:chOff x="1108466" y="298293"/>
              <a:chExt cx="5981707" cy="5806692"/>
            </a:xfrm>
          </p:grpSpPr>
          <p:grpSp>
            <p:nvGrpSpPr>
              <p:cNvPr id="18" name="Grupo 17">
                <a:extLst>
                  <a:ext uri="{FF2B5EF4-FFF2-40B4-BE49-F238E27FC236}">
                    <a16:creationId xmlns:a16="http://schemas.microsoft.com/office/drawing/2014/main" id="{1338E65D-0E3E-AFBC-F9D1-267A538C894A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116975" y="298293"/>
                <a:ext cx="2700000" cy="2759834"/>
                <a:chOff x="1057275" y="571499"/>
                <a:chExt cx="3438524" cy="3514725"/>
              </a:xfrm>
            </p:grpSpPr>
            <p:pic>
              <p:nvPicPr>
                <p:cNvPr id="3" name="Imagen 2" descr="Drone icon. Flat pictogram for web. Line stroke. Isolated on white  background. Vector eps10 Stock Photo - Alamy">
                  <a:extLst>
                    <a:ext uri="{FF2B5EF4-FFF2-40B4-BE49-F238E27FC236}">
                      <a16:creationId xmlns:a16="http://schemas.microsoft.com/office/drawing/2014/main" id="{4C12DB53-203B-0264-A5F6-1A424D0D5E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l="9619" t="9076" r="9992" b="15643"/>
                <a:stretch>
                  <a:fillRect/>
                </a:stretch>
              </p:blipFill>
              <p:spPr>
                <a:xfrm rot="18872945">
                  <a:off x="1318261" y="856591"/>
                  <a:ext cx="2929706" cy="2933467"/>
                </a:xfrm>
                <a:prstGeom prst="rect">
                  <a:avLst/>
                </a:prstGeom>
              </p:spPr>
            </p:pic>
            <p:sp>
              <p:nvSpPr>
                <p:cNvPr id="8" name="Arco 7">
                  <a:extLst>
                    <a:ext uri="{FF2B5EF4-FFF2-40B4-BE49-F238E27FC236}">
                      <a16:creationId xmlns:a16="http://schemas.microsoft.com/office/drawing/2014/main" id="{0BA480AF-DCED-3024-CC9C-1A1C3AE470CE}"/>
                    </a:ext>
                  </a:extLst>
                </p:cNvPr>
                <p:cNvSpPr>
                  <a:spLocks/>
                </p:cNvSpPr>
                <p:nvPr/>
              </p:nvSpPr>
              <p:spPr>
                <a:xfrm rot="10800000">
                  <a:off x="1057275" y="1666874"/>
                  <a:ext cx="1304923" cy="1323973"/>
                </a:xfrm>
                <a:prstGeom prst="arc">
                  <a:avLst>
                    <a:gd name="adj1" fmla="val 2593714"/>
                    <a:gd name="adj2" fmla="val 0"/>
                  </a:avLst>
                </a:prstGeom>
                <a:ln w="76200">
                  <a:solidFill>
                    <a:srgbClr val="0070C0"/>
                  </a:solidFill>
                  <a:headEnd type="non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s-MX"/>
                </a:p>
              </p:txBody>
            </p:sp>
            <p:sp>
              <p:nvSpPr>
                <p:cNvPr id="10" name="Arco 9">
                  <a:extLst>
                    <a:ext uri="{FF2B5EF4-FFF2-40B4-BE49-F238E27FC236}">
                      <a16:creationId xmlns:a16="http://schemas.microsoft.com/office/drawing/2014/main" id="{6B1FEDC0-5F2D-32B1-B7D1-FB353EC10348}"/>
                    </a:ext>
                  </a:extLst>
                </p:cNvPr>
                <p:cNvSpPr>
                  <a:spLocks/>
                </p:cNvSpPr>
                <p:nvPr/>
              </p:nvSpPr>
              <p:spPr>
                <a:xfrm rot="10800000" flipH="1">
                  <a:off x="2124076" y="571499"/>
                  <a:ext cx="1304923" cy="1323974"/>
                </a:xfrm>
                <a:prstGeom prst="arc">
                  <a:avLst>
                    <a:gd name="adj1" fmla="val 2593714"/>
                    <a:gd name="adj2" fmla="val 0"/>
                  </a:avLst>
                </a:prstGeom>
                <a:ln w="76200">
                  <a:solidFill>
                    <a:srgbClr val="FF0000"/>
                  </a:solidFill>
                  <a:headEnd type="non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s-MX"/>
                </a:p>
              </p:txBody>
            </p:sp>
            <p:sp>
              <p:nvSpPr>
                <p:cNvPr id="12" name="Arco 11">
                  <a:extLst>
                    <a:ext uri="{FF2B5EF4-FFF2-40B4-BE49-F238E27FC236}">
                      <a16:creationId xmlns:a16="http://schemas.microsoft.com/office/drawing/2014/main" id="{3B5AEE4D-9C6B-66EA-131F-A4C7F0F658D4}"/>
                    </a:ext>
                  </a:extLst>
                </p:cNvPr>
                <p:cNvSpPr>
                  <a:spLocks/>
                </p:cNvSpPr>
                <p:nvPr/>
              </p:nvSpPr>
              <p:spPr>
                <a:xfrm rot="10800000">
                  <a:off x="3190876" y="1666875"/>
                  <a:ext cx="1304923" cy="1323973"/>
                </a:xfrm>
                <a:prstGeom prst="arc">
                  <a:avLst>
                    <a:gd name="adj1" fmla="val 2593714"/>
                    <a:gd name="adj2" fmla="val 0"/>
                  </a:avLst>
                </a:prstGeom>
                <a:ln w="76200">
                  <a:solidFill>
                    <a:srgbClr val="0070C0"/>
                  </a:solidFill>
                  <a:headEnd type="non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s-MX"/>
                </a:p>
              </p:txBody>
            </p:sp>
            <p:sp>
              <p:nvSpPr>
                <p:cNvPr id="16" name="Arco 15">
                  <a:extLst>
                    <a:ext uri="{FF2B5EF4-FFF2-40B4-BE49-F238E27FC236}">
                      <a16:creationId xmlns:a16="http://schemas.microsoft.com/office/drawing/2014/main" id="{87DB6BF5-C80D-A5F8-4411-786D6EFEE198}"/>
                    </a:ext>
                  </a:extLst>
                </p:cNvPr>
                <p:cNvSpPr>
                  <a:spLocks/>
                </p:cNvSpPr>
                <p:nvPr/>
              </p:nvSpPr>
              <p:spPr>
                <a:xfrm rot="10800000" flipH="1">
                  <a:off x="2124076" y="2762250"/>
                  <a:ext cx="1304923" cy="1323974"/>
                </a:xfrm>
                <a:prstGeom prst="arc">
                  <a:avLst>
                    <a:gd name="adj1" fmla="val 2593714"/>
                    <a:gd name="adj2" fmla="val 0"/>
                  </a:avLst>
                </a:prstGeom>
                <a:ln w="76200">
                  <a:solidFill>
                    <a:srgbClr val="00B050"/>
                  </a:solidFill>
                  <a:headEnd type="non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s-MX"/>
                </a:p>
              </p:txBody>
            </p:sp>
            <p:sp>
              <p:nvSpPr>
                <p:cNvPr id="17" name="Flecha: hacia abajo 16">
                  <a:extLst>
                    <a:ext uri="{FF2B5EF4-FFF2-40B4-BE49-F238E27FC236}">
                      <a16:creationId xmlns:a16="http://schemas.microsoft.com/office/drawing/2014/main" id="{12299A94-82A5-BCA1-B548-04CCA89EAC3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462086" y="666749"/>
                  <a:ext cx="495300" cy="904875"/>
                </a:xfrm>
                <a:prstGeom prst="downArrow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MX"/>
                </a:p>
              </p:txBody>
            </p:sp>
          </p:grpSp>
          <p:grpSp>
            <p:nvGrpSpPr>
              <p:cNvPr id="26" name="Grupo 25">
                <a:extLst>
                  <a:ext uri="{FF2B5EF4-FFF2-40B4-BE49-F238E27FC236}">
                    <a16:creationId xmlns:a16="http://schemas.microsoft.com/office/drawing/2014/main" id="{9DE20944-C6BC-ECA9-DC98-F9BB83A08EE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108466" y="3345149"/>
                <a:ext cx="2700000" cy="2759836"/>
                <a:chOff x="6775295" y="666747"/>
                <a:chExt cx="3438524" cy="3514727"/>
              </a:xfrm>
            </p:grpSpPr>
            <p:pic>
              <p:nvPicPr>
                <p:cNvPr id="20" name="Imagen 19" descr="Drone icon. Flat pictogram for web. Line stroke. Isolated on white  background. Vector eps10 Stock Photo - Alamy">
                  <a:extLst>
                    <a:ext uri="{FF2B5EF4-FFF2-40B4-BE49-F238E27FC236}">
                      <a16:creationId xmlns:a16="http://schemas.microsoft.com/office/drawing/2014/main" id="{A7791CA0-728B-2CF6-F5C4-9CDA81D977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l="9619" t="9076" r="9992" b="15643"/>
                <a:stretch>
                  <a:fillRect/>
                </a:stretch>
              </p:blipFill>
              <p:spPr>
                <a:xfrm rot="18872945">
                  <a:off x="7036281" y="951841"/>
                  <a:ext cx="2929706" cy="2933467"/>
                </a:xfrm>
                <a:prstGeom prst="rect">
                  <a:avLst/>
                </a:prstGeom>
              </p:spPr>
            </p:pic>
            <p:sp>
              <p:nvSpPr>
                <p:cNvPr id="21" name="Arco 20">
                  <a:extLst>
                    <a:ext uri="{FF2B5EF4-FFF2-40B4-BE49-F238E27FC236}">
                      <a16:creationId xmlns:a16="http://schemas.microsoft.com/office/drawing/2014/main" id="{09F9C33E-BEA4-23D2-CFCD-53B67585AE74}"/>
                    </a:ext>
                  </a:extLst>
                </p:cNvPr>
                <p:cNvSpPr/>
                <p:nvPr/>
              </p:nvSpPr>
              <p:spPr>
                <a:xfrm rot="10800000">
                  <a:off x="6775295" y="1762124"/>
                  <a:ext cx="1304923" cy="1323973"/>
                </a:xfrm>
                <a:prstGeom prst="arc">
                  <a:avLst>
                    <a:gd name="adj1" fmla="val 2593714"/>
                    <a:gd name="adj2" fmla="val 0"/>
                  </a:avLst>
                </a:prstGeom>
                <a:ln w="76200">
                  <a:solidFill>
                    <a:srgbClr val="0070C0"/>
                  </a:solidFill>
                  <a:headEnd type="non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s-MX"/>
                </a:p>
              </p:txBody>
            </p:sp>
            <p:sp>
              <p:nvSpPr>
                <p:cNvPr id="22" name="Arco 21">
                  <a:extLst>
                    <a:ext uri="{FF2B5EF4-FFF2-40B4-BE49-F238E27FC236}">
                      <a16:creationId xmlns:a16="http://schemas.microsoft.com/office/drawing/2014/main" id="{6FC16E0B-3FF1-48B6-63AF-CC550E93BE83}"/>
                    </a:ext>
                  </a:extLst>
                </p:cNvPr>
                <p:cNvSpPr/>
                <p:nvPr/>
              </p:nvSpPr>
              <p:spPr>
                <a:xfrm rot="10800000" flipH="1">
                  <a:off x="7842096" y="666749"/>
                  <a:ext cx="1304923" cy="1323974"/>
                </a:xfrm>
                <a:prstGeom prst="arc">
                  <a:avLst>
                    <a:gd name="adj1" fmla="val 2593714"/>
                    <a:gd name="adj2" fmla="val 0"/>
                  </a:avLst>
                </a:prstGeom>
                <a:ln w="76200">
                  <a:solidFill>
                    <a:srgbClr val="00B050"/>
                  </a:solidFill>
                  <a:headEnd type="non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s-MX" dirty="0"/>
                </a:p>
              </p:txBody>
            </p:sp>
            <p:sp>
              <p:nvSpPr>
                <p:cNvPr id="23" name="Arco 22">
                  <a:extLst>
                    <a:ext uri="{FF2B5EF4-FFF2-40B4-BE49-F238E27FC236}">
                      <a16:creationId xmlns:a16="http://schemas.microsoft.com/office/drawing/2014/main" id="{1125344B-C1A4-1C22-7542-695B599910B7}"/>
                    </a:ext>
                  </a:extLst>
                </p:cNvPr>
                <p:cNvSpPr/>
                <p:nvPr/>
              </p:nvSpPr>
              <p:spPr>
                <a:xfrm rot="10800000">
                  <a:off x="8908896" y="1762125"/>
                  <a:ext cx="1304923" cy="1323973"/>
                </a:xfrm>
                <a:prstGeom prst="arc">
                  <a:avLst>
                    <a:gd name="adj1" fmla="val 2593714"/>
                    <a:gd name="adj2" fmla="val 0"/>
                  </a:avLst>
                </a:prstGeom>
                <a:ln w="76200">
                  <a:solidFill>
                    <a:srgbClr val="0070C0"/>
                  </a:solidFill>
                  <a:headEnd type="non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s-MX"/>
                </a:p>
              </p:txBody>
            </p:sp>
            <p:sp>
              <p:nvSpPr>
                <p:cNvPr id="24" name="Arco 23">
                  <a:extLst>
                    <a:ext uri="{FF2B5EF4-FFF2-40B4-BE49-F238E27FC236}">
                      <a16:creationId xmlns:a16="http://schemas.microsoft.com/office/drawing/2014/main" id="{FF2EE905-1BB6-8ECC-B7FA-DEB2EED19B66}"/>
                    </a:ext>
                  </a:extLst>
                </p:cNvPr>
                <p:cNvSpPr/>
                <p:nvPr/>
              </p:nvSpPr>
              <p:spPr>
                <a:xfrm rot="10800000" flipH="1">
                  <a:off x="7842096" y="2857500"/>
                  <a:ext cx="1304923" cy="1323974"/>
                </a:xfrm>
                <a:prstGeom prst="arc">
                  <a:avLst>
                    <a:gd name="adj1" fmla="val 2593714"/>
                    <a:gd name="adj2" fmla="val 0"/>
                  </a:avLst>
                </a:prstGeom>
                <a:ln w="76200">
                  <a:solidFill>
                    <a:srgbClr val="FF0000"/>
                  </a:solidFill>
                  <a:headEnd type="non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s-MX"/>
                </a:p>
              </p:txBody>
            </p:sp>
            <p:sp>
              <p:nvSpPr>
                <p:cNvPr id="25" name="Flecha: hacia abajo 24">
                  <a:extLst>
                    <a:ext uri="{FF2B5EF4-FFF2-40B4-BE49-F238E27FC236}">
                      <a16:creationId xmlns:a16="http://schemas.microsoft.com/office/drawing/2014/main" id="{86339AD1-8606-AD11-3443-6928CE586320}"/>
                    </a:ext>
                  </a:extLst>
                </p:cNvPr>
                <p:cNvSpPr/>
                <p:nvPr/>
              </p:nvSpPr>
              <p:spPr>
                <a:xfrm flipV="1">
                  <a:off x="7180106" y="666747"/>
                  <a:ext cx="495300" cy="904877"/>
                </a:xfrm>
                <a:prstGeom prst="downArrow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MX"/>
                </a:p>
              </p:txBody>
            </p:sp>
          </p:grpSp>
          <p:grpSp>
            <p:nvGrpSpPr>
              <p:cNvPr id="34" name="Grupo 33">
                <a:extLst>
                  <a:ext uri="{FF2B5EF4-FFF2-40B4-BE49-F238E27FC236}">
                    <a16:creationId xmlns:a16="http://schemas.microsoft.com/office/drawing/2014/main" id="{5AFC1504-A367-3BB9-C478-5CFFE7C66158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390173" y="3378374"/>
                <a:ext cx="2700000" cy="2641463"/>
                <a:chOff x="6553199" y="666751"/>
                <a:chExt cx="3514725" cy="3438524"/>
              </a:xfrm>
            </p:grpSpPr>
            <p:pic>
              <p:nvPicPr>
                <p:cNvPr id="28" name="Imagen 27" descr="Drone icon. Flat pictogram for web. Line stroke. Isolated on white  background. Vector eps10 Stock Photo - Alamy">
                  <a:extLst>
                    <a:ext uri="{FF2B5EF4-FFF2-40B4-BE49-F238E27FC236}">
                      <a16:creationId xmlns:a16="http://schemas.microsoft.com/office/drawing/2014/main" id="{5A96D0E1-CD41-FBAD-E8AE-A63EF7E45D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l="9619" t="9076" r="9992" b="15643"/>
                <a:stretch>
                  <a:fillRect/>
                </a:stretch>
              </p:blipFill>
              <p:spPr>
                <a:xfrm rot="13472945">
                  <a:off x="6840171" y="912702"/>
                  <a:ext cx="2929706" cy="2933467"/>
                </a:xfrm>
                <a:prstGeom prst="rect">
                  <a:avLst/>
                </a:prstGeom>
              </p:spPr>
            </p:pic>
            <p:sp>
              <p:nvSpPr>
                <p:cNvPr id="29" name="Arco 28">
                  <a:extLst>
                    <a:ext uri="{FF2B5EF4-FFF2-40B4-BE49-F238E27FC236}">
                      <a16:creationId xmlns:a16="http://schemas.microsoft.com/office/drawing/2014/main" id="{30500839-5A4B-6169-C9C7-C65C0AC9F060}"/>
                    </a:ext>
                  </a:extLst>
                </p:cNvPr>
                <p:cNvSpPr/>
                <p:nvPr/>
              </p:nvSpPr>
              <p:spPr>
                <a:xfrm rot="5400000">
                  <a:off x="7658099" y="2790827"/>
                  <a:ext cx="1304923" cy="1323973"/>
                </a:xfrm>
                <a:prstGeom prst="arc">
                  <a:avLst>
                    <a:gd name="adj1" fmla="val 2593714"/>
                    <a:gd name="adj2" fmla="val 0"/>
                  </a:avLst>
                </a:prstGeom>
                <a:ln w="76200">
                  <a:solidFill>
                    <a:srgbClr val="0070C0"/>
                  </a:solidFill>
                  <a:headEnd type="non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s-MX"/>
                </a:p>
              </p:txBody>
            </p:sp>
            <p:sp>
              <p:nvSpPr>
                <p:cNvPr id="30" name="Arco 29">
                  <a:extLst>
                    <a:ext uri="{FF2B5EF4-FFF2-40B4-BE49-F238E27FC236}">
                      <a16:creationId xmlns:a16="http://schemas.microsoft.com/office/drawing/2014/main" id="{53A219CF-F226-17DC-07ED-8E0738B278D2}"/>
                    </a:ext>
                  </a:extLst>
                </p:cNvPr>
                <p:cNvSpPr/>
                <p:nvPr/>
              </p:nvSpPr>
              <p:spPr>
                <a:xfrm rot="5400000" flipH="1">
                  <a:off x="6562724" y="1724025"/>
                  <a:ext cx="1304923" cy="1323974"/>
                </a:xfrm>
                <a:prstGeom prst="arc">
                  <a:avLst>
                    <a:gd name="adj1" fmla="val 2593714"/>
                    <a:gd name="adj2" fmla="val 0"/>
                  </a:avLst>
                </a:prstGeom>
                <a:ln w="76200">
                  <a:solidFill>
                    <a:srgbClr val="00B050"/>
                  </a:solidFill>
                  <a:headEnd type="non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s-MX" dirty="0"/>
                </a:p>
              </p:txBody>
            </p:sp>
            <p:sp>
              <p:nvSpPr>
                <p:cNvPr id="31" name="Arco 30">
                  <a:extLst>
                    <a:ext uri="{FF2B5EF4-FFF2-40B4-BE49-F238E27FC236}">
                      <a16:creationId xmlns:a16="http://schemas.microsoft.com/office/drawing/2014/main" id="{252B44ED-946F-6353-4AD5-4E5CFA86170E}"/>
                    </a:ext>
                  </a:extLst>
                </p:cNvPr>
                <p:cNvSpPr/>
                <p:nvPr/>
              </p:nvSpPr>
              <p:spPr>
                <a:xfrm rot="5400000">
                  <a:off x="7658100" y="657226"/>
                  <a:ext cx="1304923" cy="1323973"/>
                </a:xfrm>
                <a:prstGeom prst="arc">
                  <a:avLst>
                    <a:gd name="adj1" fmla="val 2593714"/>
                    <a:gd name="adj2" fmla="val 0"/>
                  </a:avLst>
                </a:prstGeom>
                <a:ln w="76200">
                  <a:solidFill>
                    <a:srgbClr val="0070C0"/>
                  </a:solidFill>
                  <a:headEnd type="non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s-MX"/>
                </a:p>
              </p:txBody>
            </p:sp>
            <p:sp>
              <p:nvSpPr>
                <p:cNvPr id="32" name="Arco 31">
                  <a:extLst>
                    <a:ext uri="{FF2B5EF4-FFF2-40B4-BE49-F238E27FC236}">
                      <a16:creationId xmlns:a16="http://schemas.microsoft.com/office/drawing/2014/main" id="{A9552A78-F7C6-997A-FC41-0EA15895CF75}"/>
                    </a:ext>
                  </a:extLst>
                </p:cNvPr>
                <p:cNvSpPr/>
                <p:nvPr/>
              </p:nvSpPr>
              <p:spPr>
                <a:xfrm rot="5400000" flipH="1">
                  <a:off x="8753475" y="1724025"/>
                  <a:ext cx="1304923" cy="1323974"/>
                </a:xfrm>
                <a:prstGeom prst="arc">
                  <a:avLst>
                    <a:gd name="adj1" fmla="val 2593714"/>
                    <a:gd name="adj2" fmla="val 0"/>
                  </a:avLst>
                </a:prstGeom>
                <a:ln w="76200">
                  <a:solidFill>
                    <a:srgbClr val="FF0000"/>
                  </a:solidFill>
                  <a:headEnd type="non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s-MX"/>
                </a:p>
              </p:txBody>
            </p:sp>
            <p:sp>
              <p:nvSpPr>
                <p:cNvPr id="33" name="Flecha: hacia abajo 32">
                  <a:extLst>
                    <a:ext uri="{FF2B5EF4-FFF2-40B4-BE49-F238E27FC236}">
                      <a16:creationId xmlns:a16="http://schemas.microsoft.com/office/drawing/2014/main" id="{A9021E28-C7CA-070C-1DD5-BA0670305A72}"/>
                    </a:ext>
                  </a:extLst>
                </p:cNvPr>
                <p:cNvSpPr/>
                <p:nvPr/>
              </p:nvSpPr>
              <p:spPr>
                <a:xfrm rot="16200000" flipV="1">
                  <a:off x="6757988" y="723900"/>
                  <a:ext cx="495300" cy="904877"/>
                </a:xfrm>
                <a:prstGeom prst="downArrow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MX"/>
                </a:p>
              </p:txBody>
            </p:sp>
          </p:grpSp>
          <p:grpSp>
            <p:nvGrpSpPr>
              <p:cNvPr id="50" name="Grupo 49">
                <a:extLst>
                  <a:ext uri="{FF2B5EF4-FFF2-40B4-BE49-F238E27FC236}">
                    <a16:creationId xmlns:a16="http://schemas.microsoft.com/office/drawing/2014/main" id="{A241C4FE-876F-64ED-D6E3-162BB816524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390173" y="363027"/>
                <a:ext cx="2699999" cy="2641463"/>
                <a:chOff x="7966072" y="1897753"/>
                <a:chExt cx="2699999" cy="2641463"/>
              </a:xfrm>
            </p:grpSpPr>
            <p:pic>
              <p:nvPicPr>
                <p:cNvPr id="44" name="Imagen 43" descr="Drone icon. Flat pictogram for web. Line stroke. Isolated on white  background. Vector eps10 Stock Photo - Alamy">
                  <a:extLst>
                    <a:ext uri="{FF2B5EF4-FFF2-40B4-BE49-F238E27FC236}">
                      <a16:creationId xmlns:a16="http://schemas.microsoft.com/office/drawing/2014/main" id="{F878D2E4-85D3-4F60-FC8A-1401DCEE47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l="9619" t="9076" r="9992" b="15643"/>
                <a:stretch>
                  <a:fillRect/>
                </a:stretch>
              </p:blipFill>
              <p:spPr>
                <a:xfrm rot="2672945">
                  <a:off x="8195030" y="2096797"/>
                  <a:ext cx="2250590" cy="2253480"/>
                </a:xfrm>
                <a:prstGeom prst="rect">
                  <a:avLst/>
                </a:prstGeom>
              </p:spPr>
            </p:pic>
            <p:sp>
              <p:nvSpPr>
                <p:cNvPr id="45" name="Arco 44">
                  <a:extLst>
                    <a:ext uri="{FF2B5EF4-FFF2-40B4-BE49-F238E27FC236}">
                      <a16:creationId xmlns:a16="http://schemas.microsoft.com/office/drawing/2014/main" id="{9291E59A-D88C-99C9-C4CA-2536219C5B5C}"/>
                    </a:ext>
                  </a:extLst>
                </p:cNvPr>
                <p:cNvSpPr/>
                <p:nvPr/>
              </p:nvSpPr>
              <p:spPr>
                <a:xfrm rot="16200000">
                  <a:off x="8814853" y="1890436"/>
                  <a:ext cx="1002438" cy="1017072"/>
                </a:xfrm>
                <a:prstGeom prst="arc">
                  <a:avLst>
                    <a:gd name="adj1" fmla="val 2593714"/>
                    <a:gd name="adj2" fmla="val 0"/>
                  </a:avLst>
                </a:prstGeom>
                <a:ln w="76200">
                  <a:solidFill>
                    <a:srgbClr val="0070C0"/>
                  </a:solidFill>
                  <a:headEnd type="non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s-MX"/>
                </a:p>
              </p:txBody>
            </p:sp>
            <p:sp>
              <p:nvSpPr>
                <p:cNvPr id="46" name="Arco 45">
                  <a:extLst>
                    <a:ext uri="{FF2B5EF4-FFF2-40B4-BE49-F238E27FC236}">
                      <a16:creationId xmlns:a16="http://schemas.microsoft.com/office/drawing/2014/main" id="{B5A76014-2639-6E01-53B3-57B1C44B38EC}"/>
                    </a:ext>
                  </a:extLst>
                </p:cNvPr>
                <p:cNvSpPr/>
                <p:nvPr/>
              </p:nvSpPr>
              <p:spPr>
                <a:xfrm rot="16200000" flipH="1">
                  <a:off x="9656316" y="2709949"/>
                  <a:ext cx="1002438" cy="1017072"/>
                </a:xfrm>
                <a:prstGeom prst="arc">
                  <a:avLst>
                    <a:gd name="adj1" fmla="val 2593714"/>
                    <a:gd name="adj2" fmla="val 0"/>
                  </a:avLst>
                </a:prstGeom>
                <a:ln w="76200">
                  <a:solidFill>
                    <a:srgbClr val="00B050"/>
                  </a:solidFill>
                  <a:headEnd type="non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s-MX" dirty="0"/>
                </a:p>
              </p:txBody>
            </p:sp>
            <p:sp>
              <p:nvSpPr>
                <p:cNvPr id="47" name="Arco 46">
                  <a:extLst>
                    <a:ext uri="{FF2B5EF4-FFF2-40B4-BE49-F238E27FC236}">
                      <a16:creationId xmlns:a16="http://schemas.microsoft.com/office/drawing/2014/main" id="{838A9129-0528-654C-B9AE-99F98D59290E}"/>
                    </a:ext>
                  </a:extLst>
                </p:cNvPr>
                <p:cNvSpPr/>
                <p:nvPr/>
              </p:nvSpPr>
              <p:spPr>
                <a:xfrm rot="16200000">
                  <a:off x="8814852" y="3529461"/>
                  <a:ext cx="1002438" cy="1017072"/>
                </a:xfrm>
                <a:prstGeom prst="arc">
                  <a:avLst>
                    <a:gd name="adj1" fmla="val 2593714"/>
                    <a:gd name="adj2" fmla="val 0"/>
                  </a:avLst>
                </a:prstGeom>
                <a:ln w="76200">
                  <a:solidFill>
                    <a:srgbClr val="0070C0"/>
                  </a:solidFill>
                  <a:headEnd type="non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s-MX"/>
                </a:p>
              </p:txBody>
            </p:sp>
            <p:sp>
              <p:nvSpPr>
                <p:cNvPr id="48" name="Arco 47">
                  <a:extLst>
                    <a:ext uri="{FF2B5EF4-FFF2-40B4-BE49-F238E27FC236}">
                      <a16:creationId xmlns:a16="http://schemas.microsoft.com/office/drawing/2014/main" id="{3ECF960F-4308-2A5D-6054-06793F088AD3}"/>
                    </a:ext>
                  </a:extLst>
                </p:cNvPr>
                <p:cNvSpPr/>
                <p:nvPr/>
              </p:nvSpPr>
              <p:spPr>
                <a:xfrm rot="16200000" flipH="1">
                  <a:off x="7973389" y="2709949"/>
                  <a:ext cx="1002438" cy="1017072"/>
                </a:xfrm>
                <a:prstGeom prst="arc">
                  <a:avLst>
                    <a:gd name="adj1" fmla="val 2593714"/>
                    <a:gd name="adj2" fmla="val 0"/>
                  </a:avLst>
                </a:prstGeom>
                <a:ln w="76200">
                  <a:solidFill>
                    <a:srgbClr val="FF0000"/>
                  </a:solidFill>
                  <a:headEnd type="non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s-MX"/>
                </a:p>
              </p:txBody>
            </p:sp>
            <p:sp>
              <p:nvSpPr>
                <p:cNvPr id="49" name="Flecha: hacia abajo 48">
                  <a:extLst>
                    <a:ext uri="{FF2B5EF4-FFF2-40B4-BE49-F238E27FC236}">
                      <a16:creationId xmlns:a16="http://schemas.microsoft.com/office/drawing/2014/main" id="{E3FFDBB1-73DA-2B64-6D8E-B8A9975EF4FD}"/>
                    </a:ext>
                  </a:extLst>
                </p:cNvPr>
                <p:cNvSpPr/>
                <p:nvPr/>
              </p:nvSpPr>
              <p:spPr>
                <a:xfrm rot="5400000" flipV="1">
                  <a:off x="8169748" y="1939943"/>
                  <a:ext cx="380488" cy="695123"/>
                </a:xfrm>
                <a:prstGeom prst="downArrow">
                  <a:avLst/>
                </a:prstGeom>
                <a:solidFill>
                  <a:schemeClr val="tx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MX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875934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D6743-E0B8-9842-5648-05CCDFE85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69F2F95E-355C-5C19-5647-07FE39AB176D}"/>
              </a:ext>
            </a:extLst>
          </p:cNvPr>
          <p:cNvGrpSpPr/>
          <p:nvPr/>
        </p:nvGrpSpPr>
        <p:grpSpPr>
          <a:xfrm>
            <a:off x="844462" y="46202"/>
            <a:ext cx="6492336" cy="3255321"/>
            <a:chOff x="844462" y="46202"/>
            <a:chExt cx="6492336" cy="3255321"/>
          </a:xfrm>
        </p:grpSpPr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B52175F8-D30E-3FDF-EAC3-50A4D8754CD5}"/>
                </a:ext>
              </a:extLst>
            </p:cNvPr>
            <p:cNvSpPr/>
            <p:nvPr/>
          </p:nvSpPr>
          <p:spPr>
            <a:xfrm>
              <a:off x="844462" y="46202"/>
              <a:ext cx="6492336" cy="325532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pic>
          <p:nvPicPr>
            <p:cNvPr id="3" name="Imagen 2" descr="Drone icon. Flat pictogram for web. Line stroke. Isolated on white  background. Vector eps10 Stock Photo - Alamy">
              <a:extLst>
                <a:ext uri="{FF2B5EF4-FFF2-40B4-BE49-F238E27FC236}">
                  <a16:creationId xmlns:a16="http://schemas.microsoft.com/office/drawing/2014/main" id="{0C1C8AC0-166B-0D55-C7B1-64E2927F5C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9619" t="9076" r="9992" b="15643"/>
            <a:stretch>
              <a:fillRect/>
            </a:stretch>
          </p:blipFill>
          <p:spPr>
            <a:xfrm rot="18872945">
              <a:off x="1321907" y="522153"/>
              <a:ext cx="2300465" cy="2303419"/>
            </a:xfrm>
            <a:prstGeom prst="rect">
              <a:avLst/>
            </a:prstGeom>
          </p:spPr>
        </p:pic>
        <p:sp>
          <p:nvSpPr>
            <p:cNvPr id="8" name="Arco 7">
              <a:extLst>
                <a:ext uri="{FF2B5EF4-FFF2-40B4-BE49-F238E27FC236}">
                  <a16:creationId xmlns:a16="http://schemas.microsoft.com/office/drawing/2014/main" id="{CC09AD47-62F8-A54B-FEE9-1D72C61EA355}"/>
                </a:ext>
              </a:extLst>
            </p:cNvPr>
            <p:cNvSpPr>
              <a:spLocks/>
            </p:cNvSpPr>
            <p:nvPr/>
          </p:nvSpPr>
          <p:spPr>
            <a:xfrm rot="10800000">
              <a:off x="1116975" y="1158404"/>
              <a:ext cx="1024652" cy="1039611"/>
            </a:xfrm>
            <a:prstGeom prst="arc">
              <a:avLst>
                <a:gd name="adj1" fmla="val 2593714"/>
                <a:gd name="adj2" fmla="val 0"/>
              </a:avLst>
            </a:prstGeom>
            <a:ln w="76200">
              <a:solidFill>
                <a:srgbClr val="00B050"/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0" name="Arco 9">
              <a:extLst>
                <a:ext uri="{FF2B5EF4-FFF2-40B4-BE49-F238E27FC236}">
                  <a16:creationId xmlns:a16="http://schemas.microsoft.com/office/drawing/2014/main" id="{5B3B4EC1-3444-FF73-A828-2CBB3749AFD1}"/>
                </a:ext>
              </a:extLst>
            </p:cNvPr>
            <p:cNvSpPr>
              <a:spLocks/>
            </p:cNvSpPr>
            <p:nvPr/>
          </p:nvSpPr>
          <p:spPr>
            <a:xfrm rot="10800000" flipH="1">
              <a:off x="1954649" y="298293"/>
              <a:ext cx="1024652" cy="1039611"/>
            </a:xfrm>
            <a:prstGeom prst="arc">
              <a:avLst>
                <a:gd name="adj1" fmla="val 2593714"/>
                <a:gd name="adj2" fmla="val 0"/>
              </a:avLst>
            </a:prstGeom>
            <a:ln w="76200">
              <a:solidFill>
                <a:srgbClr val="FF0000"/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2" name="Arco 11">
              <a:extLst>
                <a:ext uri="{FF2B5EF4-FFF2-40B4-BE49-F238E27FC236}">
                  <a16:creationId xmlns:a16="http://schemas.microsoft.com/office/drawing/2014/main" id="{A2F14A03-8E2C-55A3-EE75-9841D2741407}"/>
                </a:ext>
              </a:extLst>
            </p:cNvPr>
            <p:cNvSpPr>
              <a:spLocks/>
            </p:cNvSpPr>
            <p:nvPr/>
          </p:nvSpPr>
          <p:spPr>
            <a:xfrm rot="10800000">
              <a:off x="2792323" y="1158405"/>
              <a:ext cx="1024652" cy="1039611"/>
            </a:xfrm>
            <a:prstGeom prst="arc">
              <a:avLst>
                <a:gd name="adj1" fmla="val 2593714"/>
                <a:gd name="adj2" fmla="val 0"/>
              </a:avLst>
            </a:prstGeom>
            <a:ln w="76200">
              <a:solidFill>
                <a:srgbClr val="00B050"/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6" name="Arco 15">
              <a:extLst>
                <a:ext uri="{FF2B5EF4-FFF2-40B4-BE49-F238E27FC236}">
                  <a16:creationId xmlns:a16="http://schemas.microsoft.com/office/drawing/2014/main" id="{D227C96C-815B-87E8-4D27-61305AC3BD25}"/>
                </a:ext>
              </a:extLst>
            </p:cNvPr>
            <p:cNvSpPr>
              <a:spLocks/>
            </p:cNvSpPr>
            <p:nvPr/>
          </p:nvSpPr>
          <p:spPr>
            <a:xfrm rot="10800000" flipH="1">
              <a:off x="1954649" y="2018516"/>
              <a:ext cx="1024652" cy="1039611"/>
            </a:xfrm>
            <a:prstGeom prst="arc">
              <a:avLst>
                <a:gd name="adj1" fmla="val 2593714"/>
                <a:gd name="adj2" fmla="val 0"/>
              </a:avLst>
            </a:prstGeom>
            <a:ln w="76200">
              <a:solidFill>
                <a:srgbClr val="FF0000"/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pic>
          <p:nvPicPr>
            <p:cNvPr id="44" name="Imagen 43" descr="Drone icon. Flat pictogram for web. Line stroke. Isolated on white  background. Vector eps10 Stock Photo - Alamy">
              <a:extLst>
                <a:ext uri="{FF2B5EF4-FFF2-40B4-BE49-F238E27FC236}">
                  <a16:creationId xmlns:a16="http://schemas.microsoft.com/office/drawing/2014/main" id="{07A2936B-0D67-E24A-92D5-CFF34DDE2E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9619" t="9076" r="9992" b="15643"/>
            <a:stretch>
              <a:fillRect/>
            </a:stretch>
          </p:blipFill>
          <p:spPr>
            <a:xfrm rot="2672945">
              <a:off x="4619131" y="562071"/>
              <a:ext cx="2250590" cy="2253480"/>
            </a:xfrm>
            <a:prstGeom prst="rect">
              <a:avLst/>
            </a:prstGeom>
          </p:spPr>
        </p:pic>
        <p:sp>
          <p:nvSpPr>
            <p:cNvPr id="45" name="Arco 44">
              <a:extLst>
                <a:ext uri="{FF2B5EF4-FFF2-40B4-BE49-F238E27FC236}">
                  <a16:creationId xmlns:a16="http://schemas.microsoft.com/office/drawing/2014/main" id="{752681B3-064E-1A28-C851-721EA857CCEF}"/>
                </a:ext>
              </a:extLst>
            </p:cNvPr>
            <p:cNvSpPr/>
            <p:nvPr/>
          </p:nvSpPr>
          <p:spPr>
            <a:xfrm rot="16200000">
              <a:off x="5238954" y="355710"/>
              <a:ext cx="1002438" cy="1017072"/>
            </a:xfrm>
            <a:prstGeom prst="arc">
              <a:avLst>
                <a:gd name="adj1" fmla="val 2593714"/>
                <a:gd name="adj2" fmla="val 0"/>
              </a:avLst>
            </a:prstGeom>
            <a:ln w="76200">
              <a:solidFill>
                <a:srgbClr val="00B050"/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6" name="Arco 45">
              <a:extLst>
                <a:ext uri="{FF2B5EF4-FFF2-40B4-BE49-F238E27FC236}">
                  <a16:creationId xmlns:a16="http://schemas.microsoft.com/office/drawing/2014/main" id="{1D9B91BF-FB97-AC6E-6D75-0976FE4681D7}"/>
                </a:ext>
              </a:extLst>
            </p:cNvPr>
            <p:cNvSpPr/>
            <p:nvPr/>
          </p:nvSpPr>
          <p:spPr>
            <a:xfrm rot="16200000" flipH="1">
              <a:off x="6080417" y="1175223"/>
              <a:ext cx="1002438" cy="1017072"/>
            </a:xfrm>
            <a:prstGeom prst="arc">
              <a:avLst>
                <a:gd name="adj1" fmla="val 2593714"/>
                <a:gd name="adj2" fmla="val 0"/>
              </a:avLst>
            </a:prstGeom>
            <a:ln w="76200">
              <a:solidFill>
                <a:srgbClr val="FF0000"/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MX" dirty="0"/>
            </a:p>
          </p:txBody>
        </p:sp>
        <p:sp>
          <p:nvSpPr>
            <p:cNvPr id="47" name="Arco 46">
              <a:extLst>
                <a:ext uri="{FF2B5EF4-FFF2-40B4-BE49-F238E27FC236}">
                  <a16:creationId xmlns:a16="http://schemas.microsoft.com/office/drawing/2014/main" id="{99B9514A-3F88-2A7F-FE68-0DD7190F1601}"/>
                </a:ext>
              </a:extLst>
            </p:cNvPr>
            <p:cNvSpPr/>
            <p:nvPr/>
          </p:nvSpPr>
          <p:spPr>
            <a:xfrm rot="16200000">
              <a:off x="5238953" y="1994735"/>
              <a:ext cx="1002438" cy="1017072"/>
            </a:xfrm>
            <a:prstGeom prst="arc">
              <a:avLst>
                <a:gd name="adj1" fmla="val 2593714"/>
                <a:gd name="adj2" fmla="val 0"/>
              </a:avLst>
            </a:prstGeom>
            <a:ln w="76200">
              <a:solidFill>
                <a:srgbClr val="00B050"/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8" name="Arco 47">
              <a:extLst>
                <a:ext uri="{FF2B5EF4-FFF2-40B4-BE49-F238E27FC236}">
                  <a16:creationId xmlns:a16="http://schemas.microsoft.com/office/drawing/2014/main" id="{2B49927E-8C8B-257F-4F2A-8601C7E71EE3}"/>
                </a:ext>
              </a:extLst>
            </p:cNvPr>
            <p:cNvSpPr/>
            <p:nvPr/>
          </p:nvSpPr>
          <p:spPr>
            <a:xfrm rot="16200000" flipH="1">
              <a:off x="4397490" y="1175223"/>
              <a:ext cx="1002438" cy="1017072"/>
            </a:xfrm>
            <a:prstGeom prst="arc">
              <a:avLst>
                <a:gd name="adj1" fmla="val 2593714"/>
                <a:gd name="adj2" fmla="val 0"/>
              </a:avLst>
            </a:prstGeom>
            <a:ln w="76200">
              <a:solidFill>
                <a:srgbClr val="FF0000"/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" name="Arco 3">
              <a:extLst>
                <a:ext uri="{FF2B5EF4-FFF2-40B4-BE49-F238E27FC236}">
                  <a16:creationId xmlns:a16="http://schemas.microsoft.com/office/drawing/2014/main" id="{C6315847-17FE-B48A-490B-D5675C58A8CD}"/>
                </a:ext>
              </a:extLst>
            </p:cNvPr>
            <p:cNvSpPr>
              <a:spLocks noChangeAspect="1"/>
            </p:cNvSpPr>
            <p:nvPr/>
          </p:nvSpPr>
          <p:spPr>
            <a:xfrm rot="3535551" flipH="1">
              <a:off x="1197780" y="439158"/>
              <a:ext cx="424993" cy="437618"/>
            </a:xfrm>
            <a:prstGeom prst="arc">
              <a:avLst>
                <a:gd name="adj1" fmla="val 2593714"/>
                <a:gd name="adj2" fmla="val 0"/>
              </a:avLst>
            </a:prstGeom>
            <a:ln w="76200">
              <a:solidFill>
                <a:schemeClr val="tx1"/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9" name="Arco 8">
              <a:extLst>
                <a:ext uri="{FF2B5EF4-FFF2-40B4-BE49-F238E27FC236}">
                  <a16:creationId xmlns:a16="http://schemas.microsoft.com/office/drawing/2014/main" id="{9C8F621C-116D-80E5-059B-02EDC3A8932D}"/>
                </a:ext>
              </a:extLst>
            </p:cNvPr>
            <p:cNvSpPr>
              <a:spLocks noChangeAspect="1"/>
            </p:cNvSpPr>
            <p:nvPr/>
          </p:nvSpPr>
          <p:spPr>
            <a:xfrm rot="19243021">
              <a:off x="4465319" y="417198"/>
              <a:ext cx="438171" cy="444567"/>
            </a:xfrm>
            <a:prstGeom prst="arc">
              <a:avLst>
                <a:gd name="adj1" fmla="val 2593714"/>
                <a:gd name="adj2" fmla="val 0"/>
              </a:avLst>
            </a:prstGeom>
            <a:ln w="76200">
              <a:solidFill>
                <a:schemeClr val="tx1"/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</p:spTree>
    <p:extLst>
      <p:ext uri="{BB962C8B-B14F-4D97-AF65-F5344CB8AC3E}">
        <p14:creationId xmlns:p14="http://schemas.microsoft.com/office/powerpoint/2010/main" val="414451118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3</Words>
  <Application>Microsoft Office PowerPoint</Application>
  <PresentationFormat>Panorámica</PresentationFormat>
  <Paragraphs>3</Paragraphs>
  <Slides>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ROG Fonts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Lerma</dc:creator>
  <cp:lastModifiedBy>David Lerma</cp:lastModifiedBy>
  <cp:revision>1</cp:revision>
  <dcterms:created xsi:type="dcterms:W3CDTF">2026-10-04T15:32:43Z</dcterms:created>
  <dcterms:modified xsi:type="dcterms:W3CDTF">2026-10-04T19:02:47Z</dcterms:modified>
</cp:coreProperties>
</file>